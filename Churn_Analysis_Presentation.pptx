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8A16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New (0–12 mo)</c:v>
                  </c:pt>
                  <c:pt idx="1">
                    <c:v>Mid (13–24 mo)</c:v>
                  </c:pt>
                  <c:pt idx="2">
                    <c:v>Established (25–48 mo)</c:v>
                  </c:pt>
                  <c:pt idx="3">
                    <c:v>Loyal (49–72 mo)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47.7</c:v>
                </c:pt>
                <c:pt idx="1">
                  <c:v>28.7</c:v>
                </c:pt>
                <c:pt idx="2">
                  <c:v>20.4</c:v>
                </c:pt>
                <c:pt idx="3">
                  <c:v>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8A16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8A16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Month-to-month</c:v>
                  </c:pt>
                  <c:pt idx="1">
                    <c:v>Electronic check</c:v>
                  </c:pt>
                  <c:pt idx="2">
                    <c:v>Fiber optic</c:v>
                  </c:pt>
                  <c:pt idx="3">
                    <c:v>Two-year contract</c:v>
                  </c:pt>
                  <c:pt idx="4">
                    <c:v>Tenure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0.82</c:v>
                </c:pt>
                <c:pt idx="1">
                  <c:v>0.61</c:v>
                </c:pt>
                <c:pt idx="2">
                  <c:v>0.54</c:v>
                </c:pt>
                <c:pt idx="3">
                  <c:v>-0.68</c:v>
                </c:pt>
                <c:pt idx="4">
                  <c:v>-0.73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'A telecom company is losing 26.6% of customers — nearly 3x the industry benchmark. I analysed 7,032 records to find out why and built a model to predict who leaves next.'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card. Emphasise the 3× comparison for each finding — that's what makes it business-relevant, not just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chart tells the story visually. As tenure increases, churn drops almost perfectly. This is the clearest pattern in the entire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recall matters more: missing a churner = lost revenue forever. Flagging a loyal customer = small cost of a discount. The asymmetry is why recall is our north star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'These three actions target the highest-risk segments we identified. Combined, they could reduce overall churn from 26.6% toward the 10% industry benchmark.'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Prediction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Industry  |  7,032 Customer Records  |  Python · SQL · Machine Learning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Churn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32004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8328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2004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78.7%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factors drive the majority of churn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E53E3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527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churn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higher than 2-year contracts (2.8%)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3444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2527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Tenure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47.7%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42900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churn (0–12 mo)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(49–72 mo) churn only 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3444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2527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8745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26364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churn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higher than auto-pay customers (15–16%)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churn rate: 26.6%  |  Industry benchmark: 5–10%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at Risk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tenure band (SQL analysis on 7,032 records)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18872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FEF3C7"/>
          </a:solidFill>
          <a:ln/>
        </p:spPr>
      </p:sp>
      <p:sp>
        <p:nvSpPr>
          <p:cNvPr id="6" name="Text 3"/>
          <p:cNvSpPr/>
          <p:nvPr/>
        </p:nvSpPr>
        <p:spPr>
          <a:xfrm>
            <a:off x="617220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72200" y="18288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churn at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47.7%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5× higher than loyal customers at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72200" y="3017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12 months is the most critical retention window.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trained on 5,625 customers · tested on 1,407 unseen customers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78.7%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234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371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606040" y="1965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371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234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371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903720" y="1965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Caught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of Churn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3154680"/>
          <a:ext cx="53035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035040" y="2788920"/>
            <a:ext cx="2834640" cy="2103120"/>
          </a:xfrm>
          <a:prstGeom prst="roundRect">
            <a:avLst>
              <a:gd name="adj" fmla="val 5217"/>
            </a:avLst>
          </a:prstGeom>
          <a:solidFill>
            <a:srgbClr val="EFF6FF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vs Accuracy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72200" y="33375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prioritise Recall over Accuracy — missing a churner costs more than a false alarm. 181 at-risk customers were missed and represent significant revenue at risk.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targeted actions to reduce churn immediately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32104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132588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Onboarding Programme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(0–12 months) churn at 47.7%. Introduce a welcome call, onboarding discount, or check-in at month 3 to push customers past the danger zone.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158191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reduce new customer churn from 47.7% → 30%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32104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17320" y="256032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Upgrade Campaign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880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42.7% vs 2.8% on 2-year plans. Offer incentives (price lock, free add-ons) to convert monthly customers to annual contracts.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281635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convert 20% of monthly customers to annual plans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32104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947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17320" y="379476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Auto-Pay Migration Drive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114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customers churn at 45.3% vs 15–16% for auto-pay. Offer a small monthly discount for switching to automatic payment methods.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40507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reduce electronic check churn from 45.3% → 25%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SQL · Scikit-learn  |  Dataset: IBM Telco Customer Churn (Kaggle)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&amp; Prediction</dc:title>
  <dc:subject>PptxGenJS Presentation</dc:subject>
  <dc:creator>PptxGenJS</dc:creator>
  <cp:lastModifiedBy>PptxGenJS</cp:lastModifiedBy>
  <cp:revision>1</cp:revision>
  <dcterms:created xsi:type="dcterms:W3CDTF">2026-06-18T01:17:12Z</dcterms:created>
  <dcterms:modified xsi:type="dcterms:W3CDTF">2026-06-18T01:17:12Z</dcterms:modified>
</cp:coreProperties>
</file>